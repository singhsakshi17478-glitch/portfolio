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73A04-7110-F80F-E852-FFA12B9B2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8ED541-0945-1C34-D38B-989B2E668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EDA7C-0BBF-A354-CA39-64E12D3CD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458A-2083-43DD-A03B-6035F18DDA46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7B215-A315-0946-C3A8-324CEE612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27A9C-2D4C-4A84-5B6A-CFEFED44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B51-5206-4839-8734-416B51CBE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64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692C-BFD8-20F8-6929-A40CD6CC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B1F40-6A7A-128A-A866-39739356A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76CF8-D50D-0667-9651-794F0514A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458A-2083-43DD-A03B-6035F18DDA46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8E774-0670-3998-20A5-85E08D81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84B70-DB0D-F2EC-AB70-4124F9C7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B51-5206-4839-8734-416B51CBE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938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B407F-E6DA-8695-CC5A-CECFF7DAF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A2A3B-163E-29AF-A581-1CFB387A9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5B46F-B2F7-4516-3AD3-9A4030DE0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458A-2083-43DD-A03B-6035F18DDA46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D371B-DA87-D754-ED3D-A260172F5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BCA99-CAD5-4DAE-AE46-27E3475E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B51-5206-4839-8734-416B51CBE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2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2F1-F198-D598-2177-0D15E7234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0198D-B8F4-C692-3FAA-7477546E2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F1965-4983-EB93-76D9-A7616383B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9F6E5-1F3A-DBF8-B139-97C417E4B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458A-2083-43DD-A03B-6035F18DDA46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ED9D0-A956-F263-933F-20F598C4D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2A4C5-5AE3-438A-3396-CB45ABC5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B51-5206-4839-8734-416B51CBE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7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58BF1-910C-59BB-8356-B30EFAC2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00AB-5B5A-6A81-1202-9F6FB4D16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28A1F-E9FA-9978-44C6-C7178757A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EE8EA-A800-57C5-ED38-5ED3CB1863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E762C6-F49F-7AC0-2B07-A42FE5B21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F40BDB-0553-7EE5-50BA-CC468ACA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458A-2083-43DD-A03B-6035F18DDA46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D1D68-C93F-A49D-54EF-5ECF0CF06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76E2D-F9F9-69EF-BDB0-ABFBDA576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B51-5206-4839-8734-416B51CBE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86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8144-EB4D-CDD1-D6A0-D50344228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F1F9A-C9C6-1A5F-BAD2-9D2679B40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458A-2083-43DD-A03B-6035F18DDA46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BA5E9-20B6-3840-7305-E48BCD825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14BFF-11BE-517C-A4FF-C9E2A68F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B51-5206-4839-8734-416B51CBE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71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5892EE-1BDA-B14A-EE28-FA55CE3DC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458A-2083-43DD-A03B-6035F18DDA46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2CA3D-3134-1FD2-6E6C-F86FF05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07277-0D5C-CCCE-E2CF-80FD1D478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B51-5206-4839-8734-416B51CBE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0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C4C7-284A-19F6-232F-AE29D400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058C1-374D-A04D-400F-8079997DE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551940-7C59-DF62-8678-034BD4E95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16A4B-3129-E5A9-DF7F-63667645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458A-2083-43DD-A03B-6035F18DDA46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1D8C7-6978-CDD9-CF1E-825974EF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78BD6-601D-9DDE-814D-DA5E0DF9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B51-5206-4839-8734-416B51CBE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071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66B4-0C68-0A33-DB10-F2A578B25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1B1CE5-927D-9F9D-7A46-F7C8125018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A9400-40F1-C46E-D0FD-8E84D8C11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4EF0D-7FC3-78BF-125B-BE93C6C50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458A-2083-43DD-A03B-6035F18DDA46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AFC45-B02C-B655-6197-E69AF9493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5F07E-53A0-18EB-903C-58A891B6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B51-5206-4839-8734-416B51CBE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588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1740-8CEA-A802-0416-115BD84C0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34ADD-61A9-0C43-F22F-520BF4F4D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F67EC-548C-0DEE-C0EC-E230B6B0E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458A-2083-43DD-A03B-6035F18DDA46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E975B-0C76-3871-9BE6-241E3D3E4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C7FE6-E540-9F57-8BE2-B04B2601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B51-5206-4839-8734-416B51CBE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565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D51EC-9B2D-81B0-6E63-8A054B8D6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0867F2-12BC-9309-7B8B-9B6F78CF4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D7FDD-9AEC-0716-27CF-3703D283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458A-2083-43DD-A03B-6035F18DDA46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A4848-4831-EDCD-2FD5-5F9D8522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0EA5D-5C45-3E94-1A7F-22112197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7BB51-5206-4839-8734-416B51CBE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79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9678">
              <a:schemeClr val="tx1"/>
            </a:gs>
            <a:gs pos="12580">
              <a:schemeClr val="tx1"/>
            </a:gs>
            <a:gs pos="0">
              <a:srgbClr val="C00000"/>
            </a:gs>
            <a:gs pos="74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B47AB-F615-AB19-20A5-E1E973D3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F6DCF-B869-F0C0-F989-BAC707A34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436FC-C054-C1D6-BA88-EDAE6C7C3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0458A-2083-43DD-A03B-6035F18DDA46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450EB-7C2C-6D3A-6A5E-EB683454E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63C58-352C-B54D-EA86-C3B8254A4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7BB51-5206-4839-8734-416B51CBE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79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BC00B-93BD-63CB-54EE-197AC0AAC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231" y="2017097"/>
            <a:ext cx="10835149" cy="2682721"/>
          </a:xfrm>
        </p:spPr>
        <p:txBody>
          <a:bodyPr>
            <a:noAutofit/>
          </a:bodyPr>
          <a:lstStyle/>
          <a:p>
            <a:r>
              <a:rPr lang="en-US" sz="7200" dirty="0">
                <a:solidFill>
                  <a:srgbClr val="C00000"/>
                </a:solidFill>
                <a:latin typeface="Bernard MT Condensed" panose="02050806060905020404" pitchFamily="18" charset="0"/>
              </a:rPr>
              <a:t>Data Explosion in Streaming</a:t>
            </a:r>
            <a:br>
              <a:rPr lang="en-US" sz="7200" dirty="0">
                <a:solidFill>
                  <a:srgbClr val="C00000"/>
                </a:solidFill>
                <a:latin typeface="Bernard MT Condensed" panose="02050806060905020404" pitchFamily="18" charset="0"/>
              </a:rPr>
            </a:br>
            <a:r>
              <a:rPr lang="en-US" sz="7200" dirty="0">
                <a:solidFill>
                  <a:srgbClr val="C00000"/>
                </a:solidFill>
                <a:latin typeface="Bernard MT Condensed" panose="02050806060905020404" pitchFamily="18" charset="0"/>
              </a:rPr>
              <a:t>Platforms​</a:t>
            </a:r>
            <a:br>
              <a:rPr lang="en-US" sz="7200" dirty="0">
                <a:solidFill>
                  <a:srgbClr val="C00000"/>
                </a:solidFill>
                <a:latin typeface="Bernard MT Condensed" panose="020508060609050204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Bernard MT Condensed" panose="02050806060905020404" pitchFamily="18" charset="0"/>
              </a:rPr>
              <a:t>(Netflix &amp; Spotify)</a:t>
            </a:r>
            <a:r>
              <a:rPr lang="en-US" sz="7200" dirty="0"/>
              <a:t>)​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435644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DCB4-9171-1942-D6ED-3B5DDF9AC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solidFill>
                  <a:srgbClr val="C00000"/>
                </a:solidFill>
                <a:latin typeface="Bernard MT Condensed" panose="02050806060905020404" pitchFamily="18" charset="0"/>
              </a:rPr>
              <a:t>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7E59B-C5FB-DD37-3826-4384A6C4A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Structured Data (organized, tabular, easy for databases):User profiles </a:t>
            </a:r>
            <a:r>
              <a:rPr lang="en-IN" dirty="0">
                <a:solidFill>
                  <a:srgbClr val="C00000"/>
                </a:solidFill>
                <a:latin typeface="Bernard MT Condensed" panose="02050806060905020404" pitchFamily="18" charset="0"/>
              </a:rPr>
              <a:t>Structured Data (organized, tabular, easy for databases):</a:t>
            </a:r>
          </a:p>
          <a:p>
            <a:r>
              <a:rPr lang="en-IN" dirty="0">
                <a:solidFill>
                  <a:schemeClr val="bg1"/>
                </a:solidFill>
              </a:rPr>
              <a:t>User profiles &amp; subscriptions → subscriber ID, name, email, plan type, country, device info.</a:t>
            </a:r>
          </a:p>
          <a:p>
            <a:r>
              <a:rPr lang="en-IN" dirty="0">
                <a:solidFill>
                  <a:schemeClr val="bg1"/>
                </a:solidFill>
              </a:rPr>
              <a:t>Ratings → numeric scores (like 4/5 stars, thumbs up/down).</a:t>
            </a:r>
          </a:p>
          <a:p>
            <a:r>
              <a:rPr lang="en-IN" dirty="0">
                <a:solidFill>
                  <a:schemeClr val="bg1"/>
                </a:solidFill>
              </a:rPr>
              <a:t>Viewing/Listening history (logs in tables) → what was watched, when, duration, device.</a:t>
            </a:r>
          </a:p>
        </p:txBody>
      </p:sp>
    </p:spTree>
    <p:extLst>
      <p:ext uri="{BB962C8B-B14F-4D97-AF65-F5344CB8AC3E}">
        <p14:creationId xmlns:p14="http://schemas.microsoft.com/office/powerpoint/2010/main" val="158187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B7994-F9C5-DFE9-0AA4-6E17DA2E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581" y="655585"/>
            <a:ext cx="11216147" cy="5794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  <a:latin typeface="Bernard MT Condensed" panose="02050806060905020404" pitchFamily="18" charset="0"/>
              </a:rPr>
              <a:t>Semi-Structured Data (not strictly tabular, but has tags/format):</a:t>
            </a:r>
          </a:p>
          <a:p>
            <a:r>
              <a:rPr lang="en-IN" dirty="0">
                <a:solidFill>
                  <a:schemeClr val="bg1"/>
                </a:solidFill>
              </a:rPr>
              <a:t>System logs → server activity, error logs, buffering times.</a:t>
            </a:r>
          </a:p>
          <a:p>
            <a:r>
              <a:rPr lang="en-IN" dirty="0">
                <a:solidFill>
                  <a:schemeClr val="bg1"/>
                </a:solidFill>
              </a:rPr>
              <a:t>JSON/CSV metadata files → e.g., {"</a:t>
            </a:r>
            <a:r>
              <a:rPr lang="en-IN" dirty="0" err="1">
                <a:solidFill>
                  <a:schemeClr val="bg1"/>
                </a:solidFill>
              </a:rPr>
              <a:t>song_id</a:t>
            </a:r>
            <a:r>
              <a:rPr lang="en-IN" dirty="0">
                <a:solidFill>
                  <a:schemeClr val="bg1"/>
                </a:solidFill>
              </a:rPr>
              <a:t>": 123, "skip": true, "timestamp": "2025-09-17"}</a:t>
            </a:r>
          </a:p>
          <a:p>
            <a:r>
              <a:rPr lang="en-IN" dirty="0">
                <a:solidFill>
                  <a:schemeClr val="bg1"/>
                </a:solidFill>
              </a:rPr>
              <a:t>Clickstream data → navigation patterns, browsing sessions.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  <a:latin typeface="Bernard MT Condensed" panose="02050806060905020404" pitchFamily="18" charset="0"/>
              </a:rPr>
              <a:t>Unstructured Data (raw, no predefined format):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Movies &amp; shows (video files) – MP4, MKV.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Songs &amp; podcasts (audio files) – MP3, FLAC.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User reviews/comments – text, emojis, slang.</a:t>
            </a: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Images/posters, subtitles, thumbnails.</a:t>
            </a:r>
          </a:p>
        </p:txBody>
      </p:sp>
    </p:spTree>
    <p:extLst>
      <p:ext uri="{BB962C8B-B14F-4D97-AF65-F5344CB8AC3E}">
        <p14:creationId xmlns:p14="http://schemas.microsoft.com/office/powerpoint/2010/main" val="3160815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44AB4-FDBA-2DDA-BAA0-388B7F34B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C00000"/>
                </a:solidFill>
                <a:latin typeface="Bernard MT Condensed" panose="02050806060905020404" pitchFamily="18" charset="0"/>
              </a:rPr>
              <a:t>value of Data Types in recommendation</a:t>
            </a:r>
            <a:br>
              <a:rPr lang="en-US" sz="4800" dirty="0">
                <a:latin typeface="Bernard MT Condensed" panose="02050806060905020404" pitchFamily="18" charset="0"/>
              </a:rPr>
            </a:br>
            <a:r>
              <a:rPr lang="en-US" dirty="0"/>
              <a:t>Recommendations​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E0BD8-86C8-0654-A0C5-CC60D468E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Structured Data → Accuracy &amp; Personalization</a:t>
            </a:r>
          </a:p>
          <a:p>
            <a:r>
              <a:rPr lang="en-US" dirty="0">
                <a:solidFill>
                  <a:schemeClr val="bg1"/>
                </a:solidFill>
              </a:rPr>
              <a:t>Profiles &amp; ratings give clear, explicit feedback.</a:t>
            </a:r>
          </a:p>
          <a:p>
            <a:r>
              <a:rPr lang="en-US" dirty="0">
                <a:solidFill>
                  <a:schemeClr val="bg1"/>
                </a:solidFill>
              </a:rPr>
              <a:t>Example: Netflix can recommend a new thriller because you rated a similar one 5★.</a:t>
            </a:r>
          </a:p>
          <a:p>
            <a:r>
              <a:rPr lang="en-US" dirty="0">
                <a:solidFill>
                  <a:schemeClr val="bg1"/>
                </a:solidFill>
              </a:rPr>
              <a:t>Spotify can suggest a new artist if you “liked” similar tracks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870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87145D-1B40-2322-ABE7-14007B779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88" y="979488"/>
            <a:ext cx="10515600" cy="4351337"/>
          </a:xfrm>
        </p:spPr>
        <p:txBody>
          <a:bodyPr/>
          <a:lstStyle/>
          <a:p>
            <a:pPr marL="457200" lvl="1" indent="0">
              <a:buNone/>
            </a:pPr>
            <a:r>
              <a:rPr lang="en-IN" sz="4400" dirty="0">
                <a:solidFill>
                  <a:srgbClr val="C00000"/>
                </a:solidFill>
                <a:latin typeface="Bernard MT Condensed" panose="02050806060905020404" pitchFamily="18" charset="0"/>
              </a:rPr>
              <a:t>Semi-Structured Data → Context &amp; </a:t>
            </a:r>
            <a:r>
              <a:rPr lang="en-IN" sz="4400" dirty="0" err="1">
                <a:solidFill>
                  <a:srgbClr val="C00000"/>
                </a:solidFill>
                <a:latin typeface="Bernard MT Condensed" panose="02050806060905020404" pitchFamily="18" charset="0"/>
              </a:rPr>
              <a:t>Behavior</a:t>
            </a:r>
            <a:r>
              <a:rPr lang="en-IN" sz="4400" dirty="0">
                <a:solidFill>
                  <a:srgbClr val="C00000"/>
                </a:solidFill>
                <a:latin typeface="Bernard MT Condensed" panose="02050806060905020404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IN" sz="3600" dirty="0">
                <a:solidFill>
                  <a:schemeClr val="bg1"/>
                </a:solidFill>
              </a:rPr>
              <a:t>Insights Logs and JSON files show how and when users consume content.</a:t>
            </a:r>
          </a:p>
          <a:p>
            <a:pPr marL="457200" lvl="1" indent="0">
              <a:buNone/>
            </a:pPr>
            <a:r>
              <a:rPr lang="en-IN" sz="3600" dirty="0">
                <a:solidFill>
                  <a:schemeClr val="bg1"/>
                </a:solidFill>
              </a:rPr>
              <a:t>Example: Netflix learns you binge at night → suggests long series at 9pm.</a:t>
            </a:r>
          </a:p>
          <a:p>
            <a:pPr marL="457200" lvl="1" indent="0">
              <a:buNone/>
            </a:pPr>
            <a:r>
              <a:rPr lang="en-IN" sz="3600" dirty="0">
                <a:solidFill>
                  <a:schemeClr val="bg1"/>
                </a:solidFill>
              </a:rPr>
              <a:t>Spotify detects you skip slow songs during workouts → recommends high-BPM playlists.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2473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418A89-81F4-7CD9-891B-EAF5C5B76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725" y="1028700"/>
            <a:ext cx="10515600" cy="4351338"/>
          </a:xfrm>
        </p:spPr>
        <p:txBody>
          <a:bodyPr/>
          <a:lstStyle/>
          <a:p>
            <a:r>
              <a:rPr lang="en-IN" sz="3200" dirty="0">
                <a:solidFill>
                  <a:srgbClr val="C00000"/>
                </a:solidFill>
                <a:latin typeface="Bernard MT Condensed" panose="02050806060905020404" pitchFamily="18" charset="0"/>
              </a:rPr>
              <a:t>Unstructured Data → Depth &amp; Content Understanding</a:t>
            </a:r>
          </a:p>
          <a:p>
            <a:r>
              <a:rPr lang="en-IN" dirty="0">
                <a:solidFill>
                  <a:schemeClr val="bg1"/>
                </a:solidFill>
              </a:rPr>
              <a:t>Movies, songs, subtitles, lyrics = </a:t>
            </a:r>
            <a:r>
              <a:rPr lang="en-IN" dirty="0" err="1">
                <a:solidFill>
                  <a:schemeClr val="bg1"/>
                </a:solidFill>
              </a:rPr>
              <a:t>analyzed</a:t>
            </a:r>
            <a:r>
              <a:rPr lang="en-IN" dirty="0">
                <a:solidFill>
                  <a:schemeClr val="bg1"/>
                </a:solidFill>
              </a:rPr>
              <a:t> with AI (NLP, CV, audio processing).</a:t>
            </a:r>
          </a:p>
          <a:p>
            <a:r>
              <a:rPr lang="en-IN" dirty="0">
                <a:solidFill>
                  <a:schemeClr val="bg1"/>
                </a:solidFill>
              </a:rPr>
              <a:t>Example: Netflix </a:t>
            </a:r>
            <a:r>
              <a:rPr lang="en-IN" dirty="0" err="1">
                <a:solidFill>
                  <a:schemeClr val="bg1"/>
                </a:solidFill>
              </a:rPr>
              <a:t>analyzes</a:t>
            </a:r>
            <a:r>
              <a:rPr lang="en-IN" dirty="0">
                <a:solidFill>
                  <a:schemeClr val="bg1"/>
                </a:solidFill>
              </a:rPr>
              <a:t> a show’s script → recommends another show with similar themes.</a:t>
            </a:r>
          </a:p>
          <a:p>
            <a:r>
              <a:rPr lang="en-IN" dirty="0">
                <a:solidFill>
                  <a:schemeClr val="bg1"/>
                </a:solidFill>
              </a:rPr>
              <a:t>Spotify uses audio features (tempo, mood, pitch) → recommends “Discover Weekly” </a:t>
            </a:r>
            <a:r>
              <a:rPr lang="en-IN" dirty="0" err="1">
                <a:solidFill>
                  <a:schemeClr val="bg1"/>
                </a:solidFill>
              </a:rPr>
              <a:t>tracks.Value</a:t>
            </a:r>
            <a:r>
              <a:rPr lang="en-IN" dirty="0">
                <a:solidFill>
                  <a:schemeClr val="bg1"/>
                </a:solidFill>
              </a:rPr>
              <a:t>: Enables content-based filtering </a:t>
            </a:r>
            <a:r>
              <a:rPr lang="en-IN" dirty="0"/>
              <a:t>→ recommendations even when a user hasn’t interacted with that content before.</a:t>
            </a:r>
          </a:p>
        </p:txBody>
      </p:sp>
    </p:spTree>
    <p:extLst>
      <p:ext uri="{BB962C8B-B14F-4D97-AF65-F5344CB8AC3E}">
        <p14:creationId xmlns:p14="http://schemas.microsoft.com/office/powerpoint/2010/main" val="407945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389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Bernard MT Condensed</vt:lpstr>
      <vt:lpstr>Calibri</vt:lpstr>
      <vt:lpstr>Calibri Light</vt:lpstr>
      <vt:lpstr>Office Theme</vt:lpstr>
      <vt:lpstr>Data Explosion in Streaming Platforms​ (Netflix &amp; Spotify))​</vt:lpstr>
      <vt:lpstr>Types of Data</vt:lpstr>
      <vt:lpstr>PowerPoint Presentation</vt:lpstr>
      <vt:lpstr>value of Data Types in recommendation Recommendations​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Yashi Joshi</dc:creator>
  <cp:lastModifiedBy>Yashi Joshi</cp:lastModifiedBy>
  <cp:revision>2</cp:revision>
  <dcterms:created xsi:type="dcterms:W3CDTF">2025-09-17T17:18:22Z</dcterms:created>
  <dcterms:modified xsi:type="dcterms:W3CDTF">2025-09-17T17:22:15Z</dcterms:modified>
</cp:coreProperties>
</file>