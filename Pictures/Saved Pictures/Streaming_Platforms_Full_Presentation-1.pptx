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Subscribers/Users (Millions)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Netflix</c:v>
                </c:pt>
                <c:pt idx="1">
                  <c:v>Spotify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250</c:v>
                </c:pt>
                <c:pt idx="1">
                  <c:v>600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Proportion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Structured</c:v>
                </c:pt>
                <c:pt idx="1">
                  <c:v>Semi-Structured</c:v>
                </c:pt>
                <c:pt idx="2">
                  <c:v>Unstructured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70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Explosion in Streaming Platforms</a:t>
            </a:r>
          </a:p>
          <a:p>
            <a:r>
              <a:t>(Netflix &amp; Spotify)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 [Your Name]</a:t>
            </a:r>
          </a:p>
          <a:p>
            <a:r>
              <a:t>Class/Subject: [Your Class]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Streaming platforms generate massive data daily</a:t>
            </a:r>
          </a:p>
          <a:p>
            <a:pPr>
              <a:defRPr sz="2000"/>
            </a:pPr>
            <a:r>
              <a:t>Sources: subscriptions, ratings, reviews, viewing/listening history, media files</a:t>
            </a:r>
          </a:p>
          <a:p>
            <a:pPr>
              <a:defRPr sz="2000"/>
            </a:pPr>
            <a:r>
              <a:t>Purpose: Recommendation engines &amp; personalized experiences</a:t>
            </a:r>
          </a:p>
          <a:p>
            <a:pPr>
              <a:defRPr sz="2000"/>
            </a:pPr>
            <a:r>
              <a:t>Scale: Netflix → 250M+ users | Spotify → 600M+ users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Structured → Highly organized (profiles, ratings, payment details)</a:t>
            </a:r>
          </a:p>
          <a:p>
            <a:pPr>
              <a:defRPr sz="2000"/>
            </a:pPr>
            <a:r>
              <a:t>Semi-Structured → Partial schema (logs, JSON/CSV files)</a:t>
            </a:r>
          </a:p>
          <a:p>
            <a:pPr>
              <a:defRPr sz="2000"/>
            </a:pPr>
            <a:r>
              <a:t>Unstructured → No schema (movies, songs, podcasts, raw audio/video)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Q1: Identify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Structured: Profiles, ratings, reviews, transactions</a:t>
            </a:r>
          </a:p>
          <a:p>
            <a:pPr>
              <a:defRPr sz="2000"/>
            </a:pPr>
            <a:r>
              <a:t>Semi-Structured: JSON/CSV logs, system activity files</a:t>
            </a:r>
          </a:p>
          <a:p>
            <a:pPr>
              <a:defRPr sz="2000"/>
            </a:pPr>
            <a:r>
              <a:t>Unstructured: Video, audio, images, podcasts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Q2: Expansion of Structured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Each new subscriber = new structured records (profile, history, ratings)</a:t>
            </a:r>
          </a:p>
          <a:p>
            <a:pPr>
              <a:defRPr sz="2000"/>
            </a:pPr>
            <a:r>
              <a:t>Millions joining daily → exponential database growth</a:t>
            </a:r>
          </a:p>
          <a:p>
            <a:pPr>
              <a:defRPr sz="2000"/>
            </a:pPr>
            <a:r>
              <a:t>Example: 250M Netflix users × multiple records = billions of rows</a:t>
            </a:r>
          </a:p>
          <a:p>
            <a:pPr>
              <a:defRPr sz="2000"/>
            </a:pPr>
            <a:r>
              <a:t>Requires scalable databases (MySQL clusters, Cassandra, BigQuery)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Q3: Role of Emerging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4K/8K videos → much larger file sizes than HD</a:t>
            </a:r>
          </a:p>
          <a:p>
            <a:pPr>
              <a:defRPr sz="2000"/>
            </a:pPr>
            <a:r>
              <a:t>Podcasts → millions of new audio hours uploaded monthly</a:t>
            </a:r>
          </a:p>
          <a:p>
            <a:pPr>
              <a:defRPr sz="2000"/>
            </a:pPr>
            <a:r>
              <a:t>Music streaming logs → billions of tiny events daily</a:t>
            </a:r>
          </a:p>
          <a:p>
            <a:pPr>
              <a:defRPr sz="2000"/>
            </a:pPr>
            <a:r>
              <a:t>IoT/smart devices → real-time log generation</a:t>
            </a:r>
          </a:p>
          <a:p>
            <a:pPr>
              <a:defRPr sz="2000"/>
            </a:pPr>
            <a:r>
              <a:t>Result → more Volume + Velocity = data explosion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Q4: Value of Data Types in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Structured → Profiles &amp; ratings = core personalization</a:t>
            </a:r>
          </a:p>
          <a:p>
            <a:pPr>
              <a:defRPr sz="2000"/>
            </a:pPr>
            <a:r>
              <a:t>Semi-Structured → Logs reveal behavior patterns (skips, searches, usage times)</a:t>
            </a:r>
          </a:p>
          <a:p>
            <a:pPr>
              <a:defRPr sz="2000"/>
            </a:pPr>
            <a:r>
              <a:t>Unstructured → Content analyzed by AI (NLP, audio, video recognition)</a:t>
            </a:r>
          </a:p>
          <a:p>
            <a:pPr>
              <a:defRPr sz="2000"/>
            </a:pPr>
            <a:r>
              <a:t>Together → Hybrid recommendation systems (e.g., Netflix Top Picks, Spotify Discover Weekly)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Base Comparison (2025)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8288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Contribution by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8288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Handling Streaming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Huge storage requirements (petabytes of media files)</a:t>
            </a:r>
          </a:p>
          <a:p>
            <a:pPr>
              <a:defRPr sz="2000"/>
            </a:pPr>
            <a:r>
              <a:t>Need for real-time processing (instant recommendations)</a:t>
            </a:r>
          </a:p>
          <a:p>
            <a:pPr>
              <a:defRPr sz="2000"/>
            </a:pPr>
            <a:r>
              <a:t>Categorization of massive content libraries</a:t>
            </a:r>
          </a:p>
          <a:p>
            <a:pPr>
              <a:defRPr sz="2000"/>
            </a:pPr>
            <a:r>
              <a:t>High infrastructure and operational costs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Streaming platforms depend on structured, semi-structured &amp; unstructured data</a:t>
            </a:r>
          </a:p>
          <a:p>
            <a:pPr>
              <a:defRPr sz="2000"/>
            </a:pPr>
            <a:r>
              <a:t>Emerging formats like 4K and podcasts accelerate data growth</a:t>
            </a:r>
          </a:p>
          <a:p>
            <a:pPr>
              <a:defRPr sz="2000"/>
            </a:pPr>
            <a:r>
              <a:t>Each data type adds unique value to recommendations</a:t>
            </a:r>
          </a:p>
          <a:p>
            <a:pPr>
              <a:defRPr sz="2000"/>
            </a:pPr>
            <a:r>
              <a:t>Efficient data handling = better personalization &amp; user experience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Questions?</a:t>
            </a:r>
          </a:p>
          <a:p>
            <a:pPr>
              <a:defRPr sz="2000"/>
            </a:pPr>
            <a:r>
              <a:t>Presented by: [Your Name &amp; Roll No.]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